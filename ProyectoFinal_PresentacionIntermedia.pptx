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8309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00584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Sistema de Monitorización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94360" y="160020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9488"/>
                </a:solidFill>
              </a:rPr>
              <a:t>Climática Urbana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94360" y="24231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</a:rPr>
              <a:t>Proyecto Final — Desarrollo de Aplicaciones para IoT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301752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0175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</a:rPr>
              <a:t>Open-Meteo API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94560" y="301752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0" y="30175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</a:rPr>
              <a:t>MQTT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94760" y="301752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30175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</a:rPr>
              <a:t>InfluxDB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94960" y="301752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30175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</a:rPr>
              <a:t>Grafana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95160" y="301752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30175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</a:rPr>
              <a:t>Jupyter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Entrega Parcial  ·  23 de Abril de 2026  ·  Deusto — Facultad de Ingeniería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</a:rPr>
              <a:t>Contenido de la presentación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789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Contexto y motivación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¿Por qué este proyecto?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910328" y="10789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1097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Definición del problema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Dominio, objetivo y caso de uso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19456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2677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286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Fuente de datos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697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Open-Meteo API — histórico y tiempo real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19456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19456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910328" y="22677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2286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Arquitectura del sistema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2697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Diseño independiente de tecnología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38328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4564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3474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Stack tecnológico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Herramientas seleccionadas por módulo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3832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38328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910328" y="34564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3474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Plan de trabajo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Hitos, reparto y siguientes pasos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01 — Contexto y Motivación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IoT en crecimiento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1163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Miles de sensores climáticos generan datos en tiempo real que necesitan ser recogidos, procesados y analizados de forma eficiente.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60420" y="1371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Necesidad urbana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60420" y="161163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Las ciudades necesitan sistemas de monitorización para tomar decisiones sobre calidad del aire, alertas de temperatura y planificación urbana.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143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371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Ciclo de vida del dato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61163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Este proyecto cubre de principio a fin el pipeline de datos: captura → envío → procesamiento → persistencia → visualización → analítica.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02 — Definición del Problema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¿Qué resolvemos?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373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Monitorizar variables climáticas de 4 ciudades españolas en tiempo real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9631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45059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Detectar anomalías y patrones en los datos históricos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09544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316382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Ofrecer un dashboard accesible con alertas configurables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922776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87705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Permitir análisis comparativos entre ciudades y periodos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09728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Ciudades monitorizadas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664208"/>
            <a:ext cx="1691640" cy="347472"/>
          </a:xfrm>
          <a:prstGeom prst="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17007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Madrid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19472" y="1847088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40.42°N  3.70°O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766560" y="1664208"/>
            <a:ext cx="1691640" cy="347472"/>
          </a:xfrm>
          <a:prstGeom prst="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9712" y="17007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Barcelona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39712" y="1847088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41.39°N  2.15°E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46320" y="2121408"/>
            <a:ext cx="1691640" cy="347472"/>
          </a:xfrm>
          <a:prstGeom prst="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1579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Vitoria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9472" y="2304288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42.85°N  2.67°O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66560" y="2121408"/>
            <a:ext cx="1691640" cy="347472"/>
          </a:xfrm>
          <a:prstGeom prst="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9712" y="21579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Sevilla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39712" y="2304288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37.39°N  5.99°O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09160" y="292608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Variables capturadas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34930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🌡️ Temperatura (°C)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7216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💧 Precipitación (mm)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950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💨 Velocidad del viento (km/h)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41788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💦 Humedad relativa (%)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44074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🔵 Presión atmosférica (hPa)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03 — Fuente de Datos: Open-Meteo API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¿Por qué Open-Meteo?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190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100% gratuita y sin API key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Datos históricos desde 1940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700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Datos en tiempo real (forecast)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1455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0F172A"/>
                </a:solidFill>
              </a:rPr>
              <a:t>Cobertura</a:t>
            </a:r>
            <a:r>
              <a:rPr lang="en-US" sz="1100" dirty="0">
                <a:solidFill>
                  <a:srgbClr val="0F172A"/>
                </a:solidFill>
              </a:rPr>
              <a:t> global con resolución 1km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62102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Respuesta JSON estructurada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0965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Open-source (licencia AGPLv3)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4114800" cy="155448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Endpoint histórico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48132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archive-api.open-meteo.com/v1/archive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?latitude=40.42&amp;longitude=-3.70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&amp;start_date=2024-01-01&amp;end_date=2024-12-31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&amp;hourly=temperature_2m,precipitation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2788920"/>
            <a:ext cx="4114800" cy="123444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2862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Endpoint tiempo real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317296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api.open-meteo.com/v1/forecast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?latitude=40.42&amp;longitude=-3.70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&amp;current=temperature_2m,wind_speed_10m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4160520"/>
            <a:ext cx="411480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4251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1 año de datos horarios × 4 ciudades = ~35.000 registros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04 — Arquitectura del Sistema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1234440" cy="1371600"/>
          </a:xfrm>
          <a:prstGeom prst="rect">
            <a:avLst/>
          </a:prstGeom>
          <a:solidFill>
            <a:srgbClr val="0D6EFD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5270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20116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Open-Meteo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API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08760" y="2039112"/>
            <a:ext cx="201168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892808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737360" y="1417320"/>
            <a:ext cx="1234440" cy="137160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37360" y="15270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Captura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71800" y="2039112"/>
            <a:ext cx="201168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1892808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00400" y="1417320"/>
            <a:ext cx="1234440" cy="137160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15270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00400" y="20116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MQTT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Mosquitto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34840" y="2039112"/>
            <a:ext cx="201168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892808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1234440" cy="137160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15270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663440" y="20116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Procesamiento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Pandas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97880" y="2039112"/>
            <a:ext cx="201168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1892808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126480" y="1417320"/>
            <a:ext cx="1234440" cy="137160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15270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126480" y="20116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InfluxDB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Persistencia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60920" y="2039112"/>
            <a:ext cx="201168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1892808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589520" y="1417320"/>
            <a:ext cx="1234440" cy="137160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89520" y="15270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589520" y="20116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Grafana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+ Jupyter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29718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</a:rPr>
              <a:t>Módulo 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37360" y="31821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Captura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00400" y="29718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</a:rPr>
              <a:t>Módulo 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0" y="31821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Envío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63440" y="29718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</a:rPr>
              <a:t>Módulo 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63440" y="31821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Procesamiento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26480" y="29718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</a:rPr>
              <a:t>Módulo 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26480" y="31821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Persistencia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589520" y="29718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</a:rPr>
              <a:t>Módulo 5–6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89520" y="31821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Visual. + Analítica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" y="3520440"/>
            <a:ext cx="8503920" cy="548640"/>
          </a:xfrm>
          <a:prstGeom prst="rect">
            <a:avLst/>
          </a:prstGeom>
          <a:solidFill>
            <a:srgbClr val="E0F2F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611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</a:rPr>
              <a:t>🐳  Todo el stack se levanta con un único  docker-compose up  — reproducible por cualquier evaluador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20040" y="42245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Carga inicial histórica (batch)  →  InfluxDB directo  |  Datos en tiempo real  →  API → MQTT → InfluxDB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05 — Stack Tecnológico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24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Captura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807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Python + requests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Script que llama a Open-Meteo API cada X minutos y realiza la carga histórica inicial.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51560"/>
            <a:ext cx="54864" cy="1097280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124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6EFD"/>
                </a:solidFill>
              </a:rPr>
              <a:t>Envío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807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MQTT / Mosquitto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7190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Protocolo estándar en IoT. Broker ligero, patrón pub/sub, ideal para datos de sensores.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3317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3172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04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Procesamiento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6609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Python + Pandas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9992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Limpieza de nulos, cálculo de métricas derivadas (sensación térmica, escala Beaufort).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3317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331720"/>
            <a:ext cx="54864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404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Persistencia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26609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InfluxDB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29992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Base de datos de series temporales diseñada para datos IoT con timestamps.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6118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1188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685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</a:rPr>
              <a:t>Visualización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9410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Grafana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2793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Dashboard interactivo conectado a InfluxDB. Alertas configurables por umbral.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6118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11880"/>
            <a:ext cx="54864" cy="109728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685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11D48"/>
                </a:solidFill>
              </a:rPr>
              <a:t>Analítica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39410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Jupyter Notebook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46320" y="42793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Correlaciones, detección de anomalías y tendencias estacionales con matplotlib/statsmodels.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06 — Plan de Trabajo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7498080" cy="457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359152"/>
            <a:ext cx="320040" cy="32004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Ahora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" y="1051560"/>
            <a:ext cx="146304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11704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Definición y diseño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15727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F2EE"/>
                </a:solidFill>
              </a:rPr>
              <a:t>Arquitectura, datos y tecnologías definidos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2359152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Módulo 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0" y="3154680"/>
            <a:ext cx="1463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03120" y="32735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Captura + Envío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367588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Script Python + broker MQTT funcionando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4840" y="2359152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Módulo 4–5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86200" y="3154680"/>
            <a:ext cx="1463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77640" y="32735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Procesamiento + BD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77640" y="367588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Pipeline Pandas → InfluxDB completado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09360" y="2359152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Módulo 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0" y="3154680"/>
            <a:ext cx="1463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52160" y="32735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Visualización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52160" y="367588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Dashboard Grafana con alertas activo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183880" y="2359152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Junio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635240" y="3154680"/>
            <a:ext cx="1463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726680" y="32735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Analítica + Entrega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26680" y="367588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Notebook Jupyter + presentación final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9144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Resumen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804672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Dominio claro: monitorización climática de 4 ciudades españolas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221992"/>
            <a:ext cx="804672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6771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Fuente de datos validada: Open-Meteo API (gratuita, sin límites, histórico desde 1940)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843784"/>
            <a:ext cx="804672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8950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FFFFFF"/>
                </a:solidFill>
              </a:rPr>
              <a:t>Arquitectura</a:t>
            </a:r>
            <a:r>
              <a:rPr lang="en-US" sz="1200" dirty="0">
                <a:solidFill>
                  <a:srgbClr val="FFFFFF"/>
                </a:solidFill>
              </a:rPr>
              <a:t> definida: pipeline completo de 6 módulos sobre Docker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465576"/>
            <a:ext cx="804672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11296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Stack elegido: Python · MQTT · Pandas · InfluxDB · Grafana · Jupyter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087368"/>
            <a:ext cx="804672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3308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Plan de trabajo estructurado módulo a módulo hasta la entrega final en Junio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4709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¿Preguntas?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727</Words>
  <Application>Microsoft Office PowerPoint</Application>
  <PresentationFormat>Presentación en pantalla (16:9)</PresentationFormat>
  <Paragraphs>161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Monitorización Climática - Entrega Parcial</dc:title>
  <dc:subject>PptxGenJS Presentation</dc:subject>
  <dc:creator>PptxGenJS</dc:creator>
  <cp:lastModifiedBy>OCHOA CEREZO, JON</cp:lastModifiedBy>
  <cp:revision>6</cp:revision>
  <dcterms:created xsi:type="dcterms:W3CDTF">2026-04-20T11:18:30Z</dcterms:created>
  <dcterms:modified xsi:type="dcterms:W3CDTF">2026-05-07T06:57:06Z</dcterms:modified>
</cp:coreProperties>
</file>